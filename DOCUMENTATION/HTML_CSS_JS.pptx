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 SemiBold"/>
      <p:regular r:id="rId12"/>
      <p:bold r:id="rId13"/>
      <p:italic r:id="rId14"/>
      <p:boldItalic r:id="rId15"/>
    </p:embeddedFont>
    <p:embeddedFont>
      <p:font typeface="Roboto SemiBold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font" Target="fonts/RobotoMonoSemiBold-bold.fntdata"/><Relationship Id="rId12" Type="http://schemas.openxmlformats.org/officeDocument/2006/relationships/font" Target="fonts/RobotoMonoSemiBold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SemiBold-boldItalic.fntdata"/><Relationship Id="rId14" Type="http://schemas.openxmlformats.org/officeDocument/2006/relationships/font" Target="fonts/RobotoMonoSemiBold-italic.fntdata"/><Relationship Id="rId17" Type="http://schemas.openxmlformats.org/officeDocument/2006/relationships/font" Target="fonts/RobotoSemiBold-bold.fntdata"/><Relationship Id="rId16" Type="http://schemas.openxmlformats.org/officeDocument/2006/relationships/font" Target="fonts/Roboto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f002ffda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f002ffda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002ffda8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002ffda8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f002ffda8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f002ffda8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f002ffda8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f002ffda8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f002ffda8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f002ffda8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f002ffda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f002ffda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126613" y="2522875"/>
            <a:ext cx="8890800" cy="14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EVCharge: Charging Station Locator</a:t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32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By Shankar Mupanna</a:t>
            </a:r>
            <a:endParaRPr b="1" sz="1732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81B50"/>
                </a:solidFill>
                <a:latin typeface="Roboto Mono"/>
                <a:ea typeface="Roboto Mono"/>
                <a:cs typeface="Roboto Mono"/>
                <a:sym typeface="Roboto Mono"/>
              </a:rPr>
              <a:t>Problem Statement</a:t>
            </a:r>
            <a:endParaRPr b="1">
              <a:solidFill>
                <a:srgbClr val="A81B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06350" y="1017725"/>
            <a:ext cx="4157100" cy="3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Problem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EV users often struggle to find nearby charging stations.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Different vehicles require different connector types.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Stations may be unavailable or busy.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Charging price and speed information is hard to find.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99025" y="1466200"/>
            <a:ext cx="3813600" cy="23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Objective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Build a </a:t>
            </a:r>
            <a:r>
              <a:rPr b="1" lang="en" sz="1300">
                <a:solidFill>
                  <a:schemeClr val="dk1"/>
                </a:solidFill>
              </a:rPr>
              <a:t>web-based EV Charging Station Locator</a:t>
            </a:r>
            <a:r>
              <a:rPr lang="en" sz="1300">
                <a:solidFill>
                  <a:schemeClr val="dk1"/>
                </a:solidFill>
              </a:rPr>
              <a:t> that allows users to: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Find EV charging stations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Check connector type and charger speed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View pricing information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Filter available stations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See detailed station information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81B50"/>
                </a:solidFill>
              </a:rPr>
              <a:t>My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3629100" cy="27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EVCharge: Charging Station Locator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A web application built using </a:t>
            </a:r>
            <a:r>
              <a:rPr b="1" lang="en" sz="1300">
                <a:solidFill>
                  <a:schemeClr val="dk1"/>
                </a:solidFill>
              </a:rPr>
              <a:t>HTML, CSS, and JavaScript</a:t>
            </a:r>
            <a:r>
              <a:rPr lang="en" sz="1300">
                <a:solidFill>
                  <a:schemeClr val="dk1"/>
                </a:solidFill>
              </a:rPr>
              <a:t> that helps EV users locate and check charging stations.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70" name="Google Shape;70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4263425" y="1152475"/>
            <a:ext cx="43224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Key Features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Charging station dashboard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Availability filter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Charger speed indicators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Connector type display (CCS / Tesla)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Pricing and idle fee details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Station details page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Google Maps integration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253025" y="33575"/>
            <a:ext cx="8520600" cy="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solidFill>
                  <a:srgbClr val="A81B50"/>
                </a:solidFill>
                <a:latin typeface="Roboto Mono"/>
                <a:ea typeface="Roboto Mono"/>
                <a:cs typeface="Roboto Mono"/>
                <a:sym typeface="Roboto Mono"/>
              </a:rPr>
              <a:t>Working (Method / Mind Map)</a:t>
            </a:r>
            <a:endParaRPr b="1">
              <a:solidFill>
                <a:srgbClr val="A81B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78225" y="733400"/>
            <a:ext cx="3843000" cy="43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019"/>
              <a:buFont typeface="Arial"/>
              <a:buNone/>
            </a:pPr>
            <a:r>
              <a:rPr b="1" lang="en" sz="4071">
                <a:solidFill>
                  <a:schemeClr val="dk1"/>
                </a:solidFill>
              </a:rPr>
              <a:t>System Workflow</a:t>
            </a:r>
            <a:endParaRPr b="1" sz="4071">
              <a:solidFill>
                <a:schemeClr val="dk1"/>
              </a:solidFill>
            </a:endParaRPr>
          </a:p>
          <a:p>
            <a:pPr indent="-2932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071">
                <a:solidFill>
                  <a:schemeClr val="dk1"/>
                </a:solidFill>
              </a:rPr>
              <a:t>Charging station data is stored in a JavaScript array.</a:t>
            </a:r>
            <a:br>
              <a:rPr lang="en" sz="4071">
                <a:solidFill>
                  <a:schemeClr val="dk1"/>
                </a:solidFill>
              </a:rPr>
            </a:br>
            <a:endParaRPr sz="4071">
              <a:solidFill>
                <a:schemeClr val="dk1"/>
              </a:solidFill>
            </a:endParaRPr>
          </a:p>
          <a:p>
            <a:pPr indent="-2932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071">
                <a:solidFill>
                  <a:schemeClr val="dk1"/>
                </a:solidFill>
              </a:rPr>
              <a:t>Stations are dynamically displayed on the homepage.</a:t>
            </a:r>
            <a:br>
              <a:rPr lang="en" sz="4071">
                <a:solidFill>
                  <a:schemeClr val="dk1"/>
                </a:solidFill>
              </a:rPr>
            </a:br>
            <a:endParaRPr sz="4071">
              <a:solidFill>
                <a:schemeClr val="dk1"/>
              </a:solidFill>
            </a:endParaRPr>
          </a:p>
          <a:p>
            <a:pPr indent="-2932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071">
                <a:solidFill>
                  <a:schemeClr val="dk1"/>
                </a:solidFill>
              </a:rPr>
              <a:t>Users can enable the </a:t>
            </a:r>
            <a:r>
              <a:rPr b="1" lang="en" sz="4071">
                <a:solidFill>
                  <a:schemeClr val="dk1"/>
                </a:solidFill>
              </a:rPr>
              <a:t>availability filter</a:t>
            </a:r>
            <a:r>
              <a:rPr lang="en" sz="4071">
                <a:solidFill>
                  <a:schemeClr val="dk1"/>
                </a:solidFill>
              </a:rPr>
              <a:t> to show only available stations.</a:t>
            </a:r>
            <a:br>
              <a:rPr lang="en" sz="4071">
                <a:solidFill>
                  <a:schemeClr val="dk1"/>
                </a:solidFill>
              </a:rPr>
            </a:br>
            <a:endParaRPr sz="4071">
              <a:solidFill>
                <a:schemeClr val="dk1"/>
              </a:solidFill>
            </a:endParaRPr>
          </a:p>
          <a:p>
            <a:pPr indent="-2932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071">
                <a:solidFill>
                  <a:schemeClr val="dk1"/>
                </a:solidFill>
              </a:rPr>
              <a:t>Clicking a station stores its information in </a:t>
            </a:r>
            <a:r>
              <a:rPr b="1" lang="en" sz="4071">
                <a:solidFill>
                  <a:schemeClr val="dk1"/>
                </a:solidFill>
              </a:rPr>
              <a:t>LocalStorage</a:t>
            </a:r>
            <a:r>
              <a:rPr lang="en" sz="4071">
                <a:solidFill>
                  <a:schemeClr val="dk1"/>
                </a:solidFill>
              </a:rPr>
              <a:t>.</a:t>
            </a:r>
            <a:br>
              <a:rPr lang="en" sz="4071">
                <a:solidFill>
                  <a:schemeClr val="dk1"/>
                </a:solidFill>
              </a:rPr>
            </a:br>
            <a:endParaRPr sz="4071">
              <a:solidFill>
                <a:schemeClr val="dk1"/>
              </a:solidFill>
            </a:endParaRPr>
          </a:p>
          <a:p>
            <a:pPr indent="-2932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071">
                <a:solidFill>
                  <a:schemeClr val="dk1"/>
                </a:solidFill>
              </a:rPr>
              <a:t>The </a:t>
            </a:r>
            <a:r>
              <a:rPr b="1" lang="en" sz="4071">
                <a:solidFill>
                  <a:schemeClr val="dk1"/>
                </a:solidFill>
              </a:rPr>
              <a:t>Details page loads the station data</a:t>
            </a:r>
            <a:r>
              <a:rPr lang="en" sz="4071">
                <a:solidFill>
                  <a:schemeClr val="dk1"/>
                </a:solidFill>
              </a:rPr>
              <a:t> and displays:</a:t>
            </a:r>
            <a:br>
              <a:rPr lang="en" sz="4071">
                <a:solidFill>
                  <a:schemeClr val="dk1"/>
                </a:solidFill>
              </a:rPr>
            </a:br>
            <a:endParaRPr sz="4071">
              <a:solidFill>
                <a:schemeClr val="dk1"/>
              </a:solidFill>
            </a:endParaRPr>
          </a:p>
          <a:p>
            <a:pPr indent="-29322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4071">
                <a:solidFill>
                  <a:schemeClr val="dk1"/>
                </a:solidFill>
              </a:rPr>
              <a:t>Charger speed</a:t>
            </a:r>
            <a:br>
              <a:rPr lang="en" sz="4071">
                <a:solidFill>
                  <a:schemeClr val="dk1"/>
                </a:solidFill>
              </a:rPr>
            </a:br>
            <a:endParaRPr sz="4071">
              <a:solidFill>
                <a:schemeClr val="dk1"/>
              </a:solidFill>
            </a:endParaRPr>
          </a:p>
          <a:p>
            <a:pPr indent="-29322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4071">
                <a:solidFill>
                  <a:schemeClr val="dk1"/>
                </a:solidFill>
              </a:rPr>
              <a:t>Connector type</a:t>
            </a:r>
            <a:br>
              <a:rPr lang="en" sz="4071">
                <a:solidFill>
                  <a:schemeClr val="dk1"/>
                </a:solidFill>
              </a:rPr>
            </a:br>
            <a:endParaRPr sz="4071">
              <a:solidFill>
                <a:schemeClr val="dk1"/>
              </a:solidFill>
            </a:endParaRPr>
          </a:p>
          <a:p>
            <a:pPr indent="-29322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4071">
                <a:solidFill>
                  <a:schemeClr val="dk1"/>
                </a:solidFill>
              </a:rPr>
              <a:t>Price per kWh</a:t>
            </a:r>
            <a:br>
              <a:rPr lang="en" sz="4071">
                <a:solidFill>
                  <a:schemeClr val="dk1"/>
                </a:solidFill>
              </a:rPr>
            </a:br>
            <a:endParaRPr sz="4071">
              <a:solidFill>
                <a:schemeClr val="dk1"/>
              </a:solidFill>
            </a:endParaRPr>
          </a:p>
          <a:p>
            <a:pPr indent="-29322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4071">
                <a:solidFill>
                  <a:schemeClr val="dk1"/>
                </a:solidFill>
              </a:rPr>
              <a:t>Parking fee</a:t>
            </a:r>
            <a:br>
              <a:rPr lang="en" sz="4071">
                <a:solidFill>
                  <a:schemeClr val="dk1"/>
                </a:solidFill>
              </a:rPr>
            </a:br>
            <a:endParaRPr sz="4071">
              <a:solidFill>
                <a:schemeClr val="dk1"/>
              </a:solidFill>
            </a:endParaRPr>
          </a:p>
          <a:p>
            <a:pPr indent="-29322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4071">
                <a:solidFill>
                  <a:schemeClr val="dk1"/>
                </a:solidFill>
              </a:rPr>
              <a:t>Idle fee</a:t>
            </a:r>
            <a:br>
              <a:rPr lang="en" sz="4071">
                <a:solidFill>
                  <a:schemeClr val="dk1"/>
                </a:solidFill>
              </a:rPr>
            </a:br>
            <a:endParaRPr sz="4071">
              <a:solidFill>
                <a:schemeClr val="dk1"/>
              </a:solidFill>
            </a:endParaRPr>
          </a:p>
          <a:p>
            <a:pPr indent="-2932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4071">
                <a:solidFill>
                  <a:schemeClr val="dk1"/>
                </a:solidFill>
              </a:rPr>
              <a:t>Google Maps shows nearby charging stations using geolocation.</a:t>
            </a:r>
            <a:endParaRPr sz="407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78" name="Google Shape;78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Screenshot 2026-03-11 at 11.59.5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2825" y="658150"/>
            <a:ext cx="5331174" cy="360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4421100" cy="36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The EVCharge system successfully demonstrates a </a:t>
            </a:r>
            <a:r>
              <a:rPr b="1" lang="en" sz="1300">
                <a:solidFill>
                  <a:schemeClr val="dk1"/>
                </a:solidFill>
              </a:rPr>
              <a:t>web-based EV charging locator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Users can easily find charging stations and view important charging information.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JavaScript enables </a:t>
            </a:r>
            <a:r>
              <a:rPr b="1" lang="en" sz="1300">
                <a:solidFill>
                  <a:schemeClr val="dk1"/>
                </a:solidFill>
              </a:rPr>
              <a:t>dynamic filtering and station interaction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CSS power indicators visually represent charger speed.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86" name="Google Shape;86;p1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5035925" y="1192975"/>
            <a:ext cx="3393300" cy="24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Future Improvements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Real-time station availability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Online payment integration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Mobile application version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Real-time reservation system</a:t>
            </a:r>
            <a:br>
              <a:rPr lang="en" sz="1300">
                <a:solidFill>
                  <a:schemeClr val="dk1"/>
                </a:solidFill>
              </a:rPr>
            </a:b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3" name="Google Shape;93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